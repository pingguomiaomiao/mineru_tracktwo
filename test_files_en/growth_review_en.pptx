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Growth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 2025, active users reached 3.2 million, up 42 percent year over year. Paid conversion was 8.6 percent and customer retention was 91 percent.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and Next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Next priorities: reduce inference cost, improve complex table parsing accuracy, and strengthen exception recovery.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